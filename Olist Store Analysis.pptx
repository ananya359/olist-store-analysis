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8" r:id="rId8"/>
    <p:sldId id="276" r:id="rId9"/>
    <p:sldId id="267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83D0-4EAB-46B6-6FB2-55C55D02D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129" y="99419"/>
            <a:ext cx="8825658" cy="3329581"/>
          </a:xfrm>
        </p:spPr>
        <p:txBody>
          <a:bodyPr/>
          <a:lstStyle/>
          <a:p>
            <a:r>
              <a:rPr lang="en-IN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Olist</a:t>
            </a:r>
            <a:r>
              <a:rPr lang="en-I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Store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6FD1F-73AB-5583-531F-023245F87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8710" y="2890684"/>
            <a:ext cx="8825658" cy="32397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Group 5:</a:t>
            </a:r>
          </a:p>
          <a:p>
            <a:r>
              <a:rPr lang="en-IN" dirty="0"/>
              <a:t>Ananya </a:t>
            </a:r>
            <a:r>
              <a:rPr lang="en-IN" dirty="0" err="1"/>
              <a:t>dp</a:t>
            </a:r>
            <a:endParaRPr lang="en-IN" dirty="0"/>
          </a:p>
          <a:p>
            <a:r>
              <a:rPr lang="en-IN" dirty="0"/>
              <a:t>Aboli Wankhede</a:t>
            </a:r>
          </a:p>
          <a:p>
            <a:r>
              <a:rPr lang="en-IN" dirty="0"/>
              <a:t>Harsha </a:t>
            </a:r>
            <a:r>
              <a:rPr lang="en-IN" dirty="0" err="1"/>
              <a:t>rajesh</a:t>
            </a:r>
            <a:endParaRPr lang="en-IN" dirty="0"/>
          </a:p>
          <a:p>
            <a:r>
              <a:rPr lang="en-IN" dirty="0"/>
              <a:t>Harshwardhan Bhosale</a:t>
            </a:r>
          </a:p>
          <a:p>
            <a:r>
              <a:rPr lang="en-IN" dirty="0"/>
              <a:t>Prabhas</a:t>
            </a:r>
          </a:p>
          <a:p>
            <a:r>
              <a:rPr lang="en-IN" dirty="0"/>
              <a:t>Rafeek</a:t>
            </a:r>
          </a:p>
          <a:p>
            <a:r>
              <a:rPr lang="en-IN" dirty="0" err="1"/>
              <a:t>siddhesh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028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36FA-C8FD-7E9E-E810-DE4164AD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404E8-84CF-07B1-090E-308179498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Domain: E-Commerce</a:t>
            </a:r>
          </a:p>
          <a:p>
            <a:pPr marL="0" indent="0">
              <a:buNone/>
            </a:pPr>
            <a:r>
              <a:rPr lang="en-US" dirty="0"/>
              <a:t>Project Title: </a:t>
            </a:r>
            <a:r>
              <a:rPr lang="en-US" dirty="0" err="1"/>
              <a:t>Olist</a:t>
            </a:r>
            <a:r>
              <a:rPr lang="en-US" dirty="0"/>
              <a:t> Store Analysis</a:t>
            </a:r>
          </a:p>
          <a:p>
            <a:pPr marL="0" indent="0">
              <a:buNone/>
            </a:pPr>
            <a:r>
              <a:rPr lang="en-US" dirty="0" err="1"/>
              <a:t>Description:This</a:t>
            </a:r>
            <a:r>
              <a:rPr lang="en-US" dirty="0"/>
              <a:t> project focuses on analyzing e-commerce sales data from the </a:t>
            </a:r>
            <a:r>
              <a:rPr lang="en-US" dirty="0" err="1"/>
              <a:t>Olist</a:t>
            </a:r>
            <a:r>
              <a:rPr lang="en-US" dirty="0"/>
              <a:t> platform to understand customer behavior, payment patterns, delivery performance, and review scores.</a:t>
            </a:r>
          </a:p>
          <a:p>
            <a:pPr marL="0" indent="0">
              <a:buNone/>
            </a:pPr>
            <a:r>
              <a:rPr lang="en-US" dirty="0" err="1"/>
              <a:t>Objective:To</a:t>
            </a:r>
            <a:r>
              <a:rPr lang="en-US" dirty="0"/>
              <a:t> extract meaningful insights from large datasets using SQL, </a:t>
            </a:r>
            <a:r>
              <a:rPr lang="en-US" dirty="0" err="1"/>
              <a:t>Excel,Tableau</a:t>
            </a:r>
            <a:r>
              <a:rPr lang="en-US" dirty="0"/>
              <a:t> and Power BI and present them through interactive dashboards.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637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EF55-C562-914D-357D-CA1F20A8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7FDE-215C-BAB6-DDB8-F8ED9CA74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Source: </a:t>
            </a:r>
            <a:r>
              <a:rPr lang="en-IN" dirty="0" err="1"/>
              <a:t>Olist</a:t>
            </a:r>
            <a:r>
              <a:rPr lang="en-IN" dirty="0"/>
              <a:t> E-commerce Dataset</a:t>
            </a:r>
          </a:p>
          <a:p>
            <a:r>
              <a:rPr lang="en-IN" dirty="0"/>
              <a:t>Dataset Type: CSV </a:t>
            </a:r>
          </a:p>
          <a:p>
            <a:r>
              <a:rPr lang="en-IN" dirty="0" err="1"/>
              <a:t>FilesTotal</a:t>
            </a:r>
            <a:r>
              <a:rPr lang="en-IN" dirty="0"/>
              <a:t> Files Used: 9</a:t>
            </a:r>
          </a:p>
          <a:p>
            <a:r>
              <a:rPr lang="en-IN" dirty="0"/>
              <a:t>Total Size: ~45 MB</a:t>
            </a:r>
          </a:p>
          <a:p>
            <a:r>
              <a:rPr lang="en-IN" dirty="0"/>
              <a:t>Key Tables </a:t>
            </a:r>
            <a:r>
              <a:rPr lang="en-IN" dirty="0" err="1"/>
              <a:t>Used:Customers</a:t>
            </a:r>
            <a:r>
              <a:rPr lang="en-IN" dirty="0"/>
              <a:t> </a:t>
            </a:r>
            <a:r>
              <a:rPr lang="en-IN" dirty="0" err="1"/>
              <a:t>dataset,Orders</a:t>
            </a:r>
            <a:r>
              <a:rPr lang="en-IN" dirty="0"/>
              <a:t> </a:t>
            </a:r>
            <a:r>
              <a:rPr lang="en-IN" dirty="0" err="1"/>
              <a:t>dataset,Payments</a:t>
            </a:r>
            <a:r>
              <a:rPr lang="en-IN" dirty="0"/>
              <a:t> </a:t>
            </a:r>
            <a:r>
              <a:rPr lang="en-IN" dirty="0" err="1"/>
              <a:t>dataset,Reviews</a:t>
            </a:r>
            <a:r>
              <a:rPr lang="en-IN" dirty="0"/>
              <a:t> </a:t>
            </a:r>
            <a:r>
              <a:rPr lang="en-IN" dirty="0" err="1"/>
              <a:t>dataset,Products</a:t>
            </a:r>
            <a:r>
              <a:rPr lang="en-IN" dirty="0"/>
              <a:t> </a:t>
            </a:r>
            <a:r>
              <a:rPr lang="en-IN" dirty="0" err="1"/>
              <a:t>dataset,Order</a:t>
            </a:r>
            <a:r>
              <a:rPr lang="en-IN" dirty="0"/>
              <a:t> items dataset</a:t>
            </a:r>
          </a:p>
          <a:p>
            <a:r>
              <a:rPr lang="en-IN" dirty="0"/>
              <a:t>Data Content </a:t>
            </a:r>
            <a:r>
              <a:rPr lang="en-IN" dirty="0" err="1"/>
              <a:t>Includes:Customer</a:t>
            </a:r>
            <a:r>
              <a:rPr lang="en-IN" dirty="0"/>
              <a:t> details, order dates, delivery dates, payment types, review scores, product categories, and prices.</a:t>
            </a:r>
          </a:p>
        </p:txBody>
      </p:sp>
    </p:spTree>
    <p:extLst>
      <p:ext uri="{BB962C8B-B14F-4D97-AF65-F5344CB8AC3E}">
        <p14:creationId xmlns:p14="http://schemas.microsoft.com/office/powerpoint/2010/main" val="53095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2161-A572-2C79-1AEA-DA25ADE6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OBJECTIVES:KPI’s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284A-1FA1-A998-0711-6AD6D2C9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1)  Weekday Vs Weekend (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order_purchase_timestamp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 Payment Statistics</a:t>
            </a:r>
            <a:endParaRPr lang="en-US" dirty="0"/>
          </a:p>
          <a:p>
            <a:pPr lvl="0">
              <a:spcBef>
                <a:spcPts val="0"/>
              </a:spcBef>
              <a:buClr>
                <a:schemeClr val="dk1"/>
              </a:buClr>
              <a:buSzPts val="1800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2)   Number of Orders with review score 5 and payment type as credit card.</a:t>
            </a:r>
            <a:endParaRPr lang="en-US" dirty="0"/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3)   Average number of days taken for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order_delivered_customer_date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pet_shop</a:t>
            </a:r>
            <a:endParaRPr lang="en-US" dirty="0"/>
          </a:p>
          <a:p>
            <a:pPr lvl="0">
              <a:spcBef>
                <a:spcPts val="0"/>
              </a:spcBef>
              <a:buClr>
                <a:schemeClr val="dk1"/>
              </a:buClr>
              <a:buSzPts val="1800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4)   Average price and payment values from customers of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sao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paulo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city</a:t>
            </a:r>
            <a:endParaRPr lang="en-US" dirty="0"/>
          </a:p>
          <a:p>
            <a:pPr lvl="0">
              <a:spcBef>
                <a:spcPts val="0"/>
              </a:spcBef>
              <a:buClr>
                <a:schemeClr val="dk1"/>
              </a:buClr>
              <a:buSzPts val="1800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5)  Relationship between shipping days (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order_delivered_customer_date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order_purchase_timestamp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 Vs review scores.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12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536D-AC46-4047-CE54-A2030282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1D16-F509-B1DD-0951-F714523A4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Collected and understood the </a:t>
            </a:r>
            <a:r>
              <a:rPr lang="en-IN" dirty="0" err="1"/>
              <a:t>Olist</a:t>
            </a:r>
            <a:r>
              <a:rPr lang="en-IN" dirty="0"/>
              <a:t> dataset</a:t>
            </a:r>
          </a:p>
          <a:p>
            <a:r>
              <a:rPr lang="en-IN" dirty="0"/>
              <a:t>Cleaned and prepared data in Excel</a:t>
            </a:r>
          </a:p>
          <a:p>
            <a:r>
              <a:rPr lang="en-IN" dirty="0"/>
              <a:t>Imported datasets into SQL</a:t>
            </a:r>
          </a:p>
          <a:p>
            <a:r>
              <a:rPr lang="en-IN" dirty="0"/>
              <a:t>Wrote SQL queries for KPIs and insights</a:t>
            </a:r>
          </a:p>
          <a:p>
            <a:r>
              <a:rPr lang="en-IN" dirty="0"/>
              <a:t>Connected SQL output to Power BI</a:t>
            </a:r>
          </a:p>
          <a:p>
            <a:r>
              <a:rPr lang="en-IN" dirty="0"/>
              <a:t>Created interactive dashboards</a:t>
            </a:r>
          </a:p>
          <a:p>
            <a:r>
              <a:rPr lang="en-IN" dirty="0" err="1"/>
              <a:t>Analyzed</a:t>
            </a:r>
            <a:r>
              <a:rPr lang="en-IN" dirty="0"/>
              <a:t> results and interpreted insights</a:t>
            </a:r>
          </a:p>
        </p:txBody>
      </p:sp>
    </p:spTree>
    <p:extLst>
      <p:ext uri="{BB962C8B-B14F-4D97-AF65-F5344CB8AC3E}">
        <p14:creationId xmlns:p14="http://schemas.microsoft.com/office/powerpoint/2010/main" val="163689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8964-28DE-6CDE-CF36-1D89A38B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4194-32AF-B277-C2AE-2D07378F3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1465006"/>
            <a:ext cx="10933471" cy="5102942"/>
          </a:xfrm>
        </p:spPr>
        <p:txBody>
          <a:bodyPr>
            <a:normAutofit/>
          </a:bodyPr>
          <a:lstStyle/>
          <a:p>
            <a:r>
              <a:rPr lang="en-US" dirty="0"/>
              <a:t>Weekday transactions are significantly higher than weekend transactions, indicating customers prefer shopping during weekdays.</a:t>
            </a:r>
          </a:p>
          <a:p>
            <a:r>
              <a:rPr lang="en-US" dirty="0"/>
              <a:t>Credit card is the most frequently used payment method.</a:t>
            </a:r>
          </a:p>
          <a:p>
            <a:r>
              <a:rPr lang="en-US" dirty="0"/>
              <a:t>Faster delivery results in higher review scores, showing a strong relationship between shipping time and customer satisfaction.</a:t>
            </a:r>
          </a:p>
          <a:p>
            <a:r>
              <a:rPr lang="en-US" dirty="0"/>
              <a:t>Orders with shorter delivery days received more 5-star ratings.</a:t>
            </a:r>
          </a:p>
          <a:p>
            <a:r>
              <a:rPr lang="en-US" dirty="0"/>
              <a:t>São Paulo city shows higher average payment value and average product price compared to other regions.</a:t>
            </a:r>
          </a:p>
          <a:p>
            <a:r>
              <a:rPr lang="en-US" dirty="0"/>
              <a:t>Pet Shop category has a moderate average delivery time compared to other product categories.</a:t>
            </a:r>
          </a:p>
          <a:p>
            <a:r>
              <a:rPr lang="en-US" dirty="0"/>
              <a:t>Higher number of orders reflects strong customer engagement on the </a:t>
            </a:r>
            <a:r>
              <a:rPr lang="en-US" dirty="0" err="1"/>
              <a:t>Olist</a:t>
            </a:r>
            <a:r>
              <a:rPr lang="en-US" dirty="0"/>
              <a:t> platform.</a:t>
            </a:r>
          </a:p>
          <a:p>
            <a:r>
              <a:rPr lang="en-US" dirty="0"/>
              <a:t>Data visualization through dashboards helped identify trends, patterns, and business insights effectively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89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37A5-0920-F8ED-E80D-C782D594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CB867-7910-18DE-84F3-CFD678ACF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7" y="1639964"/>
            <a:ext cx="9094839" cy="4195481"/>
          </a:xfrm>
        </p:spPr>
        <p:txBody>
          <a:bodyPr/>
          <a:lstStyle/>
          <a:p>
            <a:r>
              <a:rPr lang="en-US" dirty="0"/>
              <a:t>Handling large datasets with multiple tables</a:t>
            </a:r>
          </a:p>
          <a:p>
            <a:r>
              <a:rPr lang="en-US" dirty="0"/>
              <a:t>Writing complex SQL joins</a:t>
            </a:r>
          </a:p>
          <a:p>
            <a:r>
              <a:rPr lang="en-US" dirty="0"/>
              <a:t>Managing missing and null values</a:t>
            </a:r>
          </a:p>
          <a:p>
            <a:r>
              <a:rPr lang="en-US" dirty="0"/>
              <a:t>Connecting SQL results correctly to Power BI</a:t>
            </a:r>
          </a:p>
          <a:p>
            <a:r>
              <a:rPr lang="en-US" dirty="0"/>
              <a:t>Designing dashboards that are simple and meaningful.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5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4526-7282-4815-D524-6930A7BA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E06BC-D9E0-2753-027A-968E8E2F8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Gained hands-on experience with real-world e-commerce data</a:t>
            </a:r>
          </a:p>
          <a:p>
            <a:r>
              <a:rPr lang="en-US" dirty="0"/>
              <a:t>Improved SQL query writing skills</a:t>
            </a:r>
          </a:p>
          <a:p>
            <a:r>
              <a:rPr lang="en-US" dirty="0"/>
              <a:t>Learned data visualization best practices</a:t>
            </a:r>
          </a:p>
          <a:p>
            <a:r>
              <a:rPr lang="en-US" dirty="0"/>
              <a:t>Understood customer behavior through data</a:t>
            </a:r>
          </a:p>
          <a:p>
            <a:r>
              <a:rPr lang="en-US" dirty="0"/>
              <a:t>Improved analytical and problem-solving skills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28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BC1B-E60E-8157-36C0-093FBB42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C126-C0DE-C34D-54B1-C7A23FB44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Olist</a:t>
            </a:r>
            <a:r>
              <a:rPr lang="en-US" dirty="0"/>
              <a:t> Store Analysis provides valuable insights into customer behavior, payment trends, and delivery performance.</a:t>
            </a:r>
          </a:p>
          <a:p>
            <a:r>
              <a:rPr lang="en-US" dirty="0"/>
              <a:t>Faster delivery improves customer satisfaction and review scores.</a:t>
            </a:r>
          </a:p>
          <a:p>
            <a:r>
              <a:rPr lang="en-US" dirty="0"/>
              <a:t>Credit cards are the most preferred payment method.</a:t>
            </a:r>
          </a:p>
          <a:p>
            <a:r>
              <a:rPr lang="en-US" dirty="0"/>
              <a:t>Data-driven analysis helps businesses make better decisions.</a:t>
            </a:r>
          </a:p>
          <a:p>
            <a:r>
              <a:rPr lang="en-US" dirty="0"/>
              <a:t>This project strengthened practical knowledge in SQL, </a:t>
            </a:r>
            <a:r>
              <a:rPr lang="en-US" dirty="0" err="1"/>
              <a:t>Excel,Tableau</a:t>
            </a:r>
            <a:r>
              <a:rPr lang="en-US" dirty="0"/>
              <a:t> and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056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662E-F7BE-87CE-C4ED-17E41047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1761-0EAD-3700-8EDC-69975E27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4469"/>
          </a:xfrm>
        </p:spPr>
        <p:txBody>
          <a:bodyPr/>
          <a:lstStyle/>
          <a:p>
            <a:pPr algn="ctr"/>
            <a:r>
              <a:rPr lang="en-IN" dirty="0"/>
              <a:t>EXCEL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309151-22EF-E593-9478-50726081E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606" y="1337187"/>
            <a:ext cx="10995283" cy="5068095"/>
          </a:xfrm>
        </p:spPr>
      </p:pic>
    </p:spTree>
    <p:extLst>
      <p:ext uri="{BB962C8B-B14F-4D97-AF65-F5344CB8AC3E}">
        <p14:creationId xmlns:p14="http://schemas.microsoft.com/office/powerpoint/2010/main" val="364934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D4F6-1872-016F-17E7-96ED85C8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5798-BE4D-640F-EF3E-CAEB65FB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POWER BI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02F7C4-7863-D620-3005-E3086C745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271" y="1307690"/>
            <a:ext cx="11061289" cy="5097592"/>
          </a:xfrm>
        </p:spPr>
      </p:pic>
    </p:spTree>
    <p:extLst>
      <p:ext uri="{BB962C8B-B14F-4D97-AF65-F5344CB8AC3E}">
        <p14:creationId xmlns:p14="http://schemas.microsoft.com/office/powerpoint/2010/main" val="1444638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E882-2A90-5B6A-874E-2EC8D0C6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D494-E4D3-3131-761E-F22D3AFB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TABLEAU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D1D69E-E445-2AAF-6C6F-1BE6ABD42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561" y="1484671"/>
            <a:ext cx="10274710" cy="5034116"/>
          </a:xfrm>
        </p:spPr>
      </p:pic>
    </p:spTree>
    <p:extLst>
      <p:ext uri="{BB962C8B-B14F-4D97-AF65-F5344CB8AC3E}">
        <p14:creationId xmlns:p14="http://schemas.microsoft.com/office/powerpoint/2010/main" val="993644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7359-4BD9-5408-5A5B-271476A8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ACE3-5BF4-68F1-74C6-920C0A7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SQL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DEEBA-8514-715D-CA68-0328EBB20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135" y="1479622"/>
            <a:ext cx="4886633" cy="50047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0D316-F79E-55D1-9B8D-B36F0CF4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472" y="1479622"/>
            <a:ext cx="6632617" cy="500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9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89F4-82CE-D370-A01B-5274F338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507E1-5DFF-3234-BABB-BD097D17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587" y="1297858"/>
            <a:ext cx="9304825" cy="543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89202-3869-2A80-317C-8802B7AD6E60}"/>
              </a:ext>
            </a:extLst>
          </p:cNvPr>
          <p:cNvSpPr txBox="1"/>
          <p:nvPr/>
        </p:nvSpPr>
        <p:spPr>
          <a:xfrm>
            <a:off x="3982063" y="2750885"/>
            <a:ext cx="6823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88810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520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Century Gothic</vt:lpstr>
      <vt:lpstr>Wingdings 3</vt:lpstr>
      <vt:lpstr>Ion</vt:lpstr>
      <vt:lpstr>Olist Store Analysis </vt:lpstr>
      <vt:lpstr>INTRODUCTION</vt:lpstr>
      <vt:lpstr>DATA OVERVIEW</vt:lpstr>
      <vt:lpstr>OBJECTIVES:KPI’s</vt:lpstr>
      <vt:lpstr>PROCESS</vt:lpstr>
      <vt:lpstr>ANALYSIS</vt:lpstr>
      <vt:lpstr>CHALLENGES </vt:lpstr>
      <vt:lpstr>LEARNINGS</vt:lpstr>
      <vt:lpstr>CONCLUSION</vt:lpstr>
      <vt:lpstr>EXCEL</vt:lpstr>
      <vt:lpstr>POWER BI</vt:lpstr>
      <vt:lpstr>TABLEAU</vt:lpstr>
      <vt:lpstr>SQL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D P</dc:creator>
  <cp:lastModifiedBy>Ananya D P</cp:lastModifiedBy>
  <cp:revision>1</cp:revision>
  <dcterms:created xsi:type="dcterms:W3CDTF">2026-01-10T10:15:56Z</dcterms:created>
  <dcterms:modified xsi:type="dcterms:W3CDTF">2026-01-10T11:03:43Z</dcterms:modified>
</cp:coreProperties>
</file>